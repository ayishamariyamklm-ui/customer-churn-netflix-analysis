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vs Netflix Data Analysis</a:t>
            </a:r>
          </a:p>
          <a:p/>
          <a:p>
            <a:r>
              <a:t>Datasets:</a:t>
            </a:r>
          </a:p>
          <a:p>
            <a:r>
              <a:t>- Customer Churn (Business)</a:t>
            </a:r>
          </a:p>
          <a:p>
            <a:r>
              <a:t>- Netflix Titles (Entertainment)</a:t>
            </a:r>
          </a:p>
          <a:p/>
          <a:p>
            <a:r>
              <a:t>Tools:</a:t>
            </a:r>
          </a:p>
          <a:p>
            <a:r>
              <a:t>Python, Pandas, Seaborn, Matplotlib</a:t>
            </a:r>
          </a:p>
          <a:p/>
          <a:p>
            <a:r>
              <a:t>Objective:</a:t>
            </a:r>
          </a:p>
          <a:p>
            <a:r>
              <a:t>Compare data analysis across domains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Month-to-month contracts → High churn</a:t>
            </a:r>
          </a:p>
          <a:p>
            <a:r>
              <a:t>2. High monthly charges → Higher churn</a:t>
            </a:r>
          </a:p>
          <a:p>
            <a:r>
              <a:t>3. Low tenure → More churn</a:t>
            </a:r>
          </a:p>
          <a:p>
            <a:r>
              <a:t>4. Fiber users → Slightly higher churn</a:t>
            </a:r>
          </a:p>
          <a:p>
            <a:r>
              <a:t>5. Paperless billing → Higher churn</a:t>
            </a:r>
          </a:p>
          <a:p/>
          <a:p>
            <a:r>
              <a:t>Impact:</a:t>
            </a:r>
          </a:p>
          <a:p>
            <a:r>
              <a:t>Improve retention &amp; reduce revenue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Netflix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Movies dominate content</a:t>
            </a:r>
          </a:p>
          <a:p>
            <a:r>
              <a:t>2. Content increased after 2015</a:t>
            </a:r>
          </a:p>
          <a:p>
            <a:r>
              <a:t>3. USA produces most content</a:t>
            </a:r>
          </a:p>
          <a:p>
            <a:r>
              <a:t>4. Drama &amp; International genres popular</a:t>
            </a:r>
          </a:p>
          <a:p>
            <a:r>
              <a:t>5. TV shows increased after 2018</a:t>
            </a:r>
          </a:p>
          <a:p/>
          <a:p>
            <a:r>
              <a:t>Impact:</a:t>
            </a:r>
          </a:p>
          <a:p>
            <a:r>
              <a:t>Better content strategy &amp; audience targeting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vs Entertainment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Churn:</a:t>
            </a:r>
          </a:p>
          <a:p>
            <a:r>
              <a:t>- Predictive analysis</a:t>
            </a:r>
          </a:p>
          <a:p>
            <a:r>
              <a:t>- Focus on retention</a:t>
            </a:r>
          </a:p>
          <a:p/>
          <a:p>
            <a:r>
              <a:t>Netflix Data:</a:t>
            </a:r>
          </a:p>
          <a:p>
            <a:r>
              <a:t>- Trend analysis</a:t>
            </a:r>
          </a:p>
          <a:p>
            <a:r>
              <a:t>- Focus on content insights</a:t>
            </a:r>
          </a:p>
          <a:p/>
          <a:p>
            <a:r>
              <a:t>Key Difference:</a:t>
            </a:r>
          </a:p>
          <a:p>
            <a:r>
              <a:t>Prediction vs Trend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Learnings:</a:t>
            </a:r>
          </a:p>
          <a:p>
            <a:r>
              <a:t>- Data cleaning is essential</a:t>
            </a:r>
          </a:p>
          <a:p>
            <a:r>
              <a:t>- Feature engineering improves insights</a:t>
            </a:r>
          </a:p>
          <a:p>
            <a:r>
              <a:t>- Visualization reveals patterns</a:t>
            </a:r>
          </a:p>
          <a:p/>
          <a:p>
            <a:r>
              <a:t>Future Work:</a:t>
            </a:r>
          </a:p>
          <a:p>
            <a:r>
              <a:t>- Build ML models</a:t>
            </a:r>
          </a:p>
          <a:p>
            <a:r>
              <a:t>- Create dashboards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